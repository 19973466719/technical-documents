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72" r:id="rId2"/>
    <p:sldId id="279" r:id="rId3"/>
    <p:sldId id="273" r:id="rId4"/>
    <p:sldId id="274" r:id="rId5"/>
    <p:sldId id="295" r:id="rId6"/>
    <p:sldId id="288" r:id="rId7"/>
    <p:sldId id="289" r:id="rId8"/>
    <p:sldId id="290" r:id="rId9"/>
    <p:sldId id="291" r:id="rId10"/>
    <p:sldId id="282" r:id="rId11"/>
    <p:sldId id="275" r:id="rId12"/>
    <p:sldId id="293" r:id="rId13"/>
    <p:sldId id="294" r:id="rId14"/>
    <p:sldId id="284" r:id="rId15"/>
    <p:sldId id="287" r:id="rId16"/>
    <p:sldId id="296" r:id="rId17"/>
    <p:sldId id="298" r:id="rId18"/>
    <p:sldId id="297" r:id="rId19"/>
    <p:sldId id="304" r:id="rId20"/>
    <p:sldId id="303" r:id="rId21"/>
    <p:sldId id="302" r:id="rId22"/>
    <p:sldId id="301" r:id="rId23"/>
    <p:sldId id="285" r:id="rId24"/>
    <p:sldId id="277" r:id="rId25"/>
    <p:sldId id="299" r:id="rId26"/>
    <p:sldId id="300" r:id="rId27"/>
    <p:sldId id="286" r:id="rId28"/>
    <p:sldId id="27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3084-53C3-4D41-9C09-AF8810E82D9D}" type="datetimeFigureOut">
              <a:rPr lang="zh-CN" altLang="en-US" smtClean="0"/>
              <a:t>2019/3/12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DB04C-407A-4E30-92AE-914D18A6A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33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2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93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48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2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085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936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18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02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603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08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114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638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112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8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75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32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227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696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012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513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175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320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105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45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339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9898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92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75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58AFC1F-0EC5-49BF-9268-F0FEE4B6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411F25FC-AA7A-420B-9A3A-84ECEF401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92DDA44-EBAA-4B0D-B1AD-17FC12E24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A68DBD-F8D1-4CAE-ACF1-A66E61D864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A406CACD-345F-48D9-9536-018A85949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C1DA1-AEE0-4901-AC22-4AB8DF725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6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C7DECC-98E6-4FD9-AAA2-12B4A61F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DFFF49D-5346-4472-B7B4-2B4B1207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AE54C17-8281-4CEE-80BD-30C4F7788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A5AD5C1-CA4D-49A1-9F23-7E56088191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9EA5E6E-1878-4876-87FC-34CF0D7DC1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52417" y="6483350"/>
            <a:ext cx="2844800" cy="476250"/>
          </a:xfrm>
          <a:ln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8890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66AC4-7745-487C-B77E-D7209402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0642504-C3D3-4FEB-932D-43E15242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DDD93F-F324-4F9A-B9D4-6849A4C3D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8D17B65-E136-4CDA-8948-06EE82F4B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7125560-B1D6-4FEA-8C81-81F49D476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90072-98D8-4D19-A4FD-491B38D196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57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35DD831-5C92-41D8-B2A4-F735B96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0589EF3-2B1D-4F74-90F9-1600D88D2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31894757-41E5-4DC3-B486-BF0D8D2E3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B46424-4DF5-42C6-BA6D-7A5F0843E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4C6D9C2-78B1-4830-B70B-68D245CB3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C8F0C60-8AC6-4F0E-B049-CFBBD7803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264D2-4548-4D70-BC8F-40E2B81C9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56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EAC2349-C79E-4DAD-A7EC-F121B92E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577C8D4-D6FA-4BC8-982E-A569EF34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C1BD52F-78B6-4701-9C21-05A4842E2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1B5E117-E18D-486E-BBF0-E55E36688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1A6184B9-916F-4A62-BB58-A9E17211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9BDEFA24-1BB9-4A63-BE04-B2CD6F8BC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291227B2-68B3-4699-A416-5C0E6B364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EC7A77C-9158-4F27-8F28-4C65512DA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D4226-8A00-4B13-8BD5-0BA02A062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42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BC76C51-0028-4F2D-A216-4D11F533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91CC3BF1-A404-4E2C-8AA3-99428C6F6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7D80654-FEB6-4772-9441-0475550AB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968FB6E6-FDEC-4041-BA77-FFA3A3FA2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31956-B08F-45CF-AAAE-D7110A88C1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21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6DC56CB5-95F7-41B4-8677-E12EBE1FB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B7F0A7C5-5870-4D46-AA35-704A0D3C8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11F62A78-2485-4514-AD6F-798D74A4E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DAE40-8A88-4776-8B63-952B7CED9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1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D92CCA-0140-4241-AF84-A0DFC0FC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149F413-03E0-42C8-96F2-A26C380E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80CED1CF-0137-4B94-B04B-8FDCB7C8B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3A028F8-90C5-4894-9D68-1F454A68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B6B0556-8025-49EB-A9D8-E82F10331C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7CC8F1-4BD0-4FEC-AECB-DEAE8BCBA2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04D73-BC72-44E2-82FB-E17267424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3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1EFFC16-3EB0-4FBB-96E7-A6D46DBE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5B422F93-2D7C-4C8D-98F2-E969A8987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6BF88C8-E1D1-4529-AA38-9722474E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A92ADD1-D1E1-4FA7-89F9-EAC168EC5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C2AA6A-2DDF-4129-A813-17A48D5D6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FAB14F8-8064-48F6-8B6D-7491835317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6CFA7-5AB6-4D88-A282-6772FDB8DE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13EF4AD-90B9-4E2D-B48C-D5D41ADC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935463B-296C-4D20-B55D-237CE160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572E583-F505-4444-906F-8206A9EE7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D895F1-9DF8-48A9-9C6A-3A7AC93DF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91603C0-AEEF-495C-84B8-A97B75DBD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8A9B0-097E-4ED5-BE94-BC7DEA001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73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5C3D78EF-5EF5-478D-8576-1606D3C2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1900" y="981075"/>
            <a:ext cx="2745317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DCD9F3D-20DB-4182-AD70-C533BC393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1" y="981075"/>
            <a:ext cx="8039100" cy="51450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0FCF88E-129A-43F9-90EC-1AB558A27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124BE14-18C5-46A6-8BD5-794314EF8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97D6CFD-B5D7-46E4-8617-4E9947427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DD5C8-B889-4127-8E1A-DA6BA84F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75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80EF2504-E3EA-4812-BCE9-548B5A526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981075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7E888592-4D67-4FDC-8ACC-8DD192CAF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276475"/>
            <a:ext cx="109728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40A3712E-94B2-46ED-881D-E1249EF279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26116D60-C064-41BB-B932-09348EA6EB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E6E49BE-DB26-4C77-94F7-5228E224DF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EB355C-F78B-412A-B99D-286EA36C1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028536" y="492681"/>
            <a:ext cx="723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 Abstractions for </a:t>
            </a:r>
            <a:r>
              <a:rPr lang="en-US" altLang="zh-CN" baseline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Programs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6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209675"/>
            <a:ext cx="10972800" cy="11430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Abstractions for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153" y="2806827"/>
            <a:ext cx="9863328" cy="214922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 SILBERSTEIN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SANGMAN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EMMETT WITCHEL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Affiliate: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Technion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—Israel Institute of Technology, University of Texas at Austin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on Computer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(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TOCS’16 CCF 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 txBox="1">
            <a:spLocks/>
          </p:cNvSpPr>
          <p:nvPr/>
        </p:nvSpPr>
        <p:spPr bwMode="auto">
          <a:xfrm>
            <a:off x="7583000" y="5410200"/>
            <a:ext cx="4014217" cy="92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Presented </a:t>
            </a:r>
            <a:r>
              <a:rPr lang="en-US" altLang="zh-CN" sz="2400" b="1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by: 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Junpeng Zhu</a:t>
            </a:r>
          </a:p>
          <a:p>
            <a:pPr>
              <a:spcBef>
                <a:spcPct val="0"/>
              </a:spcBef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Mar 13, 2019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4388" y="1958220"/>
            <a:ext cx="1432684" cy="204995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4592" y="3947277"/>
            <a:ext cx="41276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 at the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Austin as a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post-doc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programmable computational accelerators: GPU,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FPGAs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580" y="2030616"/>
            <a:ext cx="1943268" cy="19051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88892" y="4080575"/>
            <a:ext cx="3628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 at the UT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systems, security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356" y="1958220"/>
            <a:ext cx="1699407" cy="19890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59465" y="4069441"/>
            <a:ext cx="44991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at UT Austin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 in Electrical Engineering and 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 at 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and B.S.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Science, Stanford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architec-ture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concurrent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540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1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become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choice for many types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general-purpose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systems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servers remains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to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flow of data within a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leaving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developer with only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control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I/O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191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5958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 hardware/software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88969" y="2615917"/>
            <a:ext cx="11047495" cy="3794951"/>
            <a:chOff x="788969" y="2615917"/>
            <a:chExt cx="11047495" cy="379495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969" y="2615917"/>
              <a:ext cx="3425104" cy="3794951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93" t="22627" r="13031" b="24983"/>
            <a:stretch/>
          </p:blipFill>
          <p:spPr>
            <a:xfrm>
              <a:off x="4733700" y="2615917"/>
              <a:ext cx="7102764" cy="3592947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7656945" y="3713018"/>
              <a:ext cx="1551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PCI Express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960761" y="4095194"/>
              <a:ext cx="804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DMA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098209" y="1998195"/>
            <a:ext cx="2373745" cy="2184994"/>
            <a:chOff x="7098209" y="1998195"/>
            <a:chExt cx="2373745" cy="2184994"/>
          </a:xfrm>
        </p:grpSpPr>
        <p:sp>
          <p:nvSpPr>
            <p:cNvPr id="8" name="圆角矩形 7"/>
            <p:cNvSpPr/>
            <p:nvPr/>
          </p:nvSpPr>
          <p:spPr>
            <a:xfrm>
              <a:off x="7098209" y="1998195"/>
              <a:ext cx="2373745" cy="118225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 to send data to a CPU or system memory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 flipV="1">
              <a:off x="8137236" y="3220047"/>
              <a:ext cx="147845" cy="96314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9" name="云形 8"/>
          <p:cNvSpPr/>
          <p:nvPr/>
        </p:nvSpPr>
        <p:spPr>
          <a:xfrm>
            <a:off x="2443980" y="2133526"/>
            <a:ext cx="7333673" cy="416098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endpoint is not same to the GPU endpoint. </a:t>
            </a:r>
            <a:endParaRPr lang="zh-CN" altLang="en-US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89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 news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certain classes of applications that could benefit from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GPU’s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density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unacceptable development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hardware architecture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matured to support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parallel workloads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software stack has hardly evolved beyond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bare-metal interfaces (E.g. memory transfer via DMA)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094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core  I/O abstractions like sockets available to GPU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programs that access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low-level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machine-specific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 (DMA)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 CPU, GPU,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 NIC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article introduces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GPU networking layer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networking APIs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GPU programs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491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0947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18566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in one GPU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in other GPUs or CPUs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standard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familiar socket interfaces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whether they are in the same </a:t>
            </a:r>
            <a:r>
              <a:rPr lang="en-US" altLang="zh-CN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different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foster GPU adoption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two broad classes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back-end data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scale-out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computing systems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508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0947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18566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essential characteristics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efficient network abstractions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discrete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massive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parallelism,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CPU memory,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single-thread performance.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supports sockets for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communications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InfiniBand RDMA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supports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interprocess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machine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(often called UNIX-domain sockets)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88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313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18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GPUs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poses significant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popular general-purpose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applications recently published by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no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GPU-accelerated network services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GPUs in distributed applications results in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impressive speedups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development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efforts [2016]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GPU-native networking support does not yet exist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892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93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4175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Enjoying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DMA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however, requires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intimate knowledge of hardware-specific APIs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characteristics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the underlying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topology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turning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development into a low-level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programming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CPU operating systems provide high-level I/O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abstractions like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or hide this type of programming complexity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application developers.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795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93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579" y="1780019"/>
            <a:ext cx="10415016" cy="474085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an internal data center network service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on-demand face-in-a-crowd photo labeling.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detects faces in the input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(GPU),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descriptors,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concurrency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multistage pipelining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network buffer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label for each descriptor from a remote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location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name of each recognized face in the image.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428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484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Sockets and Alternatives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uses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general, familiar,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convenient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RDMA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is usually performed via VERBs API, and is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use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quite u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ncommon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other networking applications, such as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aims to support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broad range of server-side network services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271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5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 Organization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199" y="2767276"/>
            <a:ext cx="7026249" cy="355122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99854" y="2669309"/>
            <a:ext cx="4279782" cy="3094182"/>
            <a:chOff x="199854" y="2669309"/>
            <a:chExt cx="4279782" cy="3094182"/>
          </a:xfrm>
        </p:grpSpPr>
        <p:sp>
          <p:nvSpPr>
            <p:cNvPr id="4" name="圆角矩形 3"/>
            <p:cNvSpPr/>
            <p:nvPr/>
          </p:nvSpPr>
          <p:spPr>
            <a:xfrm>
              <a:off x="2641600" y="2669309"/>
              <a:ext cx="1838036" cy="309418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99854" y="3403599"/>
              <a:ext cx="2164655" cy="162560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Daemo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thread accepts </a:t>
              </a:r>
              <a:r>
                <a:rPr lang="en-US" altLang="zh-CN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connetions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transfer the socket to worker threads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>
              <a:endCxn id="5" idx="3"/>
            </p:cNvCxnSpPr>
            <p:nvPr/>
          </p:nvCxnSpPr>
          <p:spPr>
            <a:xfrm flipH="1">
              <a:off x="2364509" y="4110183"/>
              <a:ext cx="277091" cy="1062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536437" y="1109091"/>
            <a:ext cx="7655563" cy="4654399"/>
            <a:chOff x="4536437" y="1109091"/>
            <a:chExt cx="7655563" cy="4654399"/>
          </a:xfrm>
        </p:grpSpPr>
        <p:sp>
          <p:nvSpPr>
            <p:cNvPr id="11" name="圆角矩形 10"/>
            <p:cNvSpPr/>
            <p:nvPr/>
          </p:nvSpPr>
          <p:spPr>
            <a:xfrm>
              <a:off x="4536437" y="2669308"/>
              <a:ext cx="2405339" cy="309418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8720172" y="1109091"/>
              <a:ext cx="3471828" cy="157159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All inputs are read on the CPU first and transferred to the GPU across a </a:t>
              </a:r>
              <a:r>
                <a:rPr lang="en-US" altLang="zh-CN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PCIe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bus. It is needed to batch of work to amortize CPU-GPU communications overhead.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6799008" y="2155946"/>
              <a:ext cx="1921164" cy="5151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7167495" y="2669308"/>
            <a:ext cx="4950614" cy="3094182"/>
            <a:chOff x="7167495" y="2669308"/>
            <a:chExt cx="4950614" cy="3094182"/>
          </a:xfrm>
        </p:grpSpPr>
        <p:sp>
          <p:nvSpPr>
            <p:cNvPr id="16" name="圆角矩形 15"/>
            <p:cNvSpPr/>
            <p:nvPr/>
          </p:nvSpPr>
          <p:spPr>
            <a:xfrm>
              <a:off x="7167495" y="2669308"/>
              <a:ext cx="2041160" cy="309418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9542714" y="3131416"/>
              <a:ext cx="2575395" cy="189778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It is our hope that this model will make the computational</a:t>
              </a:r>
            </a:p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of GPUs more easily accessible to networked services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/>
            <p:cNvCxnSpPr>
              <a:endCxn id="17" idx="1"/>
            </p:cNvCxnSpPr>
            <p:nvPr/>
          </p:nvCxnSpPr>
          <p:spPr>
            <a:xfrm>
              <a:off x="9216921" y="3994071"/>
              <a:ext cx="325793" cy="862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55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21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586" t="4972" r="2438" b="10655"/>
          <a:stretch/>
        </p:blipFill>
        <p:spPr>
          <a:xfrm>
            <a:off x="1597402" y="2523744"/>
            <a:ext cx="9026829" cy="3419856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8377512" y="4270248"/>
            <a:ext cx="3219705" cy="2148840"/>
            <a:chOff x="8377512" y="4270248"/>
            <a:chExt cx="3219705" cy="2148840"/>
          </a:xfrm>
        </p:grpSpPr>
        <p:sp>
          <p:nvSpPr>
            <p:cNvPr id="2" name="圆角矩形 1"/>
            <p:cNvSpPr/>
            <p:nvPr/>
          </p:nvSpPr>
          <p:spPr>
            <a:xfrm>
              <a:off x="8513064" y="4270248"/>
              <a:ext cx="1801368" cy="74066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9326880" y="5010912"/>
              <a:ext cx="164592" cy="5486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8377512" y="5559552"/>
              <a:ext cx="3219705" cy="85953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Network Buffer: </a:t>
              </a:r>
              <a:r>
                <a:rPr lang="en-US" altLang="zh-CN" dirty="0" err="1" smtClean="0">
                  <a:solidFill>
                    <a:srgbClr val="FF0000"/>
                  </a:solidFill>
                </a:rPr>
                <a:t>GPUnet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 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stores network buffers in GPU memory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711696" y="1536192"/>
            <a:ext cx="4974336" cy="2734056"/>
            <a:chOff x="6711696" y="1536192"/>
            <a:chExt cx="4974336" cy="2734056"/>
          </a:xfrm>
        </p:grpSpPr>
        <p:sp>
          <p:nvSpPr>
            <p:cNvPr id="3" name="圆角矩形 2"/>
            <p:cNvSpPr/>
            <p:nvPr/>
          </p:nvSpPr>
          <p:spPr>
            <a:xfrm>
              <a:off x="6711696" y="3511296"/>
              <a:ext cx="3383280" cy="75895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8377512" y="1536192"/>
              <a:ext cx="3308520" cy="60350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Standard socket abstraction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8961120" y="2187829"/>
              <a:ext cx="365760" cy="12592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云形 13"/>
          <p:cNvSpPr/>
          <p:nvPr/>
        </p:nvSpPr>
        <p:spPr>
          <a:xfrm>
            <a:off x="2420889" y="2583623"/>
            <a:ext cx="7379854" cy="281071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enables: (1) GPU programs can access the network via standard socket abstractions provided by the </a:t>
            </a:r>
            <a:r>
              <a:rPr lang="en-US" altLang="zh-C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library. (2) CPU applications may use standard sockets to connect to remote GPU sockets. (3) 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 has identical capabilities as a CPU network endpoint.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25118" y="4233672"/>
            <a:ext cx="5436773" cy="1755648"/>
            <a:chOff x="225118" y="4233672"/>
            <a:chExt cx="5436773" cy="1755648"/>
          </a:xfrm>
        </p:grpSpPr>
        <p:sp>
          <p:nvSpPr>
            <p:cNvPr id="15" name="圆角矩形 14"/>
            <p:cNvSpPr/>
            <p:nvPr/>
          </p:nvSpPr>
          <p:spPr>
            <a:xfrm>
              <a:off x="3740727" y="4233672"/>
              <a:ext cx="1921164" cy="7129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225118" y="5375217"/>
              <a:ext cx="4901064" cy="614103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I/O proxy coordinate GPU access to the NIC.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3334327" y="5010912"/>
              <a:ext cx="646546" cy="33858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云形 19"/>
          <p:cNvSpPr/>
          <p:nvPr/>
        </p:nvSpPr>
        <p:spPr>
          <a:xfrm>
            <a:off x="3549246" y="2266107"/>
            <a:ext cx="5558178" cy="321083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CPU and GPU enable all to share the NIC hardware, allowing concurrent use of a NIC by both CPU and GPU programs.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3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of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model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and GPU</a:t>
            </a: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applications to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 its API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granularity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threadblock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threads in a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threadblock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coalesced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traditional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network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threaded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—that is,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thread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make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API calls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receive independent results.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6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proposal in 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level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985818" y="3380509"/>
            <a:ext cx="2803236" cy="2486753"/>
            <a:chOff x="1985818" y="3380509"/>
            <a:chExt cx="2803236" cy="2486753"/>
          </a:xfrm>
        </p:grpSpPr>
        <p:sp>
          <p:nvSpPr>
            <p:cNvPr id="3" name="圆角矩形 2"/>
            <p:cNvSpPr/>
            <p:nvPr/>
          </p:nvSpPr>
          <p:spPr>
            <a:xfrm>
              <a:off x="1985818" y="3380509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CPU+</a:t>
              </a:r>
            </a:p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Memory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671454" y="3380509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GPU+</a:t>
              </a:r>
            </a:p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Memory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丁字箭头 4"/>
            <p:cNvSpPr/>
            <p:nvPr/>
          </p:nvSpPr>
          <p:spPr>
            <a:xfrm rot="10800000">
              <a:off x="2544618" y="4988863"/>
              <a:ext cx="1593273" cy="489527"/>
            </a:xfrm>
            <a:prstGeom prst="leftRigh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66474" y="5497930"/>
              <a:ext cx="73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NIC</a:t>
              </a:r>
              <a:endPara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350799" y="3280678"/>
            <a:ext cx="2803236" cy="1862207"/>
            <a:chOff x="6442363" y="3384048"/>
            <a:chExt cx="2803236" cy="1862207"/>
          </a:xfrm>
        </p:grpSpPr>
        <p:sp>
          <p:nvSpPr>
            <p:cNvPr id="12" name="圆角矩形 11"/>
            <p:cNvSpPr/>
            <p:nvPr/>
          </p:nvSpPr>
          <p:spPr>
            <a:xfrm>
              <a:off x="6442363" y="3384048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127999" y="3384048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534727" y="4830618"/>
              <a:ext cx="2632364" cy="4156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Memory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6129290" y="3001818"/>
            <a:ext cx="0" cy="249611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3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7641" y="3147704"/>
            <a:ext cx="9586352" cy="318788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17641" y="2105891"/>
            <a:ext cx="5572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Exchange Example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5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74573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2705" y="2613406"/>
            <a:ext cx="8765328" cy="350862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35024" y="1883664"/>
            <a:ext cx="8037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Stack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474720" y="1883664"/>
            <a:ext cx="8549640" cy="2029968"/>
            <a:chOff x="3255264" y="1883664"/>
            <a:chExt cx="8549640" cy="2029968"/>
          </a:xfrm>
        </p:grpSpPr>
        <p:sp>
          <p:nvSpPr>
            <p:cNvPr id="6" name="圆角矩形 5"/>
            <p:cNvSpPr/>
            <p:nvPr/>
          </p:nvSpPr>
          <p:spPr>
            <a:xfrm>
              <a:off x="3255264" y="3410712"/>
              <a:ext cx="5277697" cy="50292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8851392" y="1883664"/>
              <a:ext cx="2953512" cy="72974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Tasks Pipeline</a:t>
              </a:r>
              <a:endPara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8374295" y="2468439"/>
              <a:ext cx="477097" cy="94227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029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44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Settings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3212" t="7495" r="1631" b="2635"/>
          <a:stretch/>
        </p:blipFill>
        <p:spPr>
          <a:xfrm>
            <a:off x="1621944" y="2733963"/>
            <a:ext cx="8977746" cy="259541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21060" y="5531555"/>
            <a:ext cx="5000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machines use CUDA 5.5.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2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Product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072" y="2738831"/>
            <a:ext cx="3438253" cy="33334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288" y="2720347"/>
            <a:ext cx="3497580" cy="33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6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Product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grpSp>
        <p:nvGrpSpPr>
          <p:cNvPr id="9" name="组合 8"/>
          <p:cNvGrpSpPr/>
          <p:nvPr/>
        </p:nvGrpSpPr>
        <p:grpSpPr>
          <a:xfrm>
            <a:off x="2427269" y="2820019"/>
            <a:ext cx="6325148" cy="3284505"/>
            <a:chOff x="2427269" y="2820019"/>
            <a:chExt cx="6325148" cy="328450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7269" y="2820019"/>
              <a:ext cx="6325148" cy="3284505"/>
            </a:xfrm>
            <a:prstGeom prst="rect">
              <a:avLst/>
            </a:prstGeom>
          </p:spPr>
        </p:pic>
        <p:sp>
          <p:nvSpPr>
            <p:cNvPr id="8" name="圆角矩形 7"/>
            <p:cNvSpPr/>
            <p:nvPr/>
          </p:nvSpPr>
          <p:spPr>
            <a:xfrm>
              <a:off x="5907024" y="2820019"/>
              <a:ext cx="2606040" cy="75895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256</a:t>
              </a:r>
              <a:r>
                <a:rPr lang="zh-CN" altLang="en-US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256 Matrices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212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60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system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native networking abstractions for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evelopments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hardware and software stack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help to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boost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broaden its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NVIDIA GPUs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boost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497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1170</Words>
  <Application>Microsoft Office PowerPoint</Application>
  <PresentationFormat>宽屏</PresentationFormat>
  <Paragraphs>218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 Unicode MS</vt:lpstr>
      <vt:lpstr>等线</vt:lpstr>
      <vt:lpstr>楷体</vt:lpstr>
      <vt:lpstr>宋体</vt:lpstr>
      <vt:lpstr>微软雅黑</vt:lpstr>
      <vt:lpstr>Arial</vt:lpstr>
      <vt:lpstr>Times New Roman</vt:lpstr>
      <vt:lpstr>默认设计模板</vt:lpstr>
      <vt:lpstr>GPUnet: Networking Abstractions for  GPU Programs</vt:lpstr>
      <vt:lpstr>Authors</vt:lpstr>
      <vt:lpstr>OUTLINE</vt:lpstr>
      <vt:lpstr>Introduction</vt:lpstr>
      <vt:lpstr>Introduction</vt:lpstr>
      <vt:lpstr>Introduction</vt:lpstr>
      <vt:lpstr>Introduction</vt:lpstr>
      <vt:lpstr>Introduction</vt:lpstr>
      <vt:lpstr>Introduction</vt:lpstr>
      <vt:lpstr>OUTLINE</vt:lpstr>
      <vt:lpstr>Motivation &amp; Example</vt:lpstr>
      <vt:lpstr>Motivation &amp; Example</vt:lpstr>
      <vt:lpstr>Motivation &amp; Example</vt:lpstr>
      <vt:lpstr>OUTLINE</vt:lpstr>
      <vt:lpstr>Design Considerations</vt:lpstr>
      <vt:lpstr>Design Considerations</vt:lpstr>
      <vt:lpstr>OUTLINE</vt:lpstr>
      <vt:lpstr>GPUnet Design</vt:lpstr>
      <vt:lpstr>GPUnet Design</vt:lpstr>
      <vt:lpstr>GPUnet Design</vt:lpstr>
      <vt:lpstr>GPUnet Design</vt:lpstr>
      <vt:lpstr>GPUnet Design</vt:lpstr>
      <vt:lpstr>OUTLINE</vt:lpstr>
      <vt:lpstr>Experiments &amp; Evaluation</vt:lpstr>
      <vt:lpstr>Experiments &amp; Evaluation</vt:lpstr>
      <vt:lpstr>Experiments &amp; Evaluation</vt:lpstr>
      <vt:lpstr>OUTLINE</vt:lpstr>
      <vt:lpstr>Conclusions &amp; Future 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liushuai</dc:creator>
  <cp:lastModifiedBy>朱君鹏</cp:lastModifiedBy>
  <cp:revision>163</cp:revision>
  <dcterms:created xsi:type="dcterms:W3CDTF">2018-07-12T13:40:09Z</dcterms:created>
  <dcterms:modified xsi:type="dcterms:W3CDTF">2019-03-12T13:41:18Z</dcterms:modified>
</cp:coreProperties>
</file>